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D2691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194560" cy="2194560"/>
          </a:xfrm>
          <a:prstGeom prst="ellipse">
            <a:avLst/>
          </a:prstGeom>
          <a:solidFill>
            <a:srgbClr val="C9A227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813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毛茸手作  ·  FURUO PET TREATS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宠物零食售卖平台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前端商城  +  后台管理系统  +  Spring Boot 后端 API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单一原料 · 低温慢做 · 配方克制 · 透明溯源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手作式宠物零食工作室 · 产品演示与源码讲解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品牌故事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一只流浪橘猫，催生了一间厨房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“毛茸手作”是一个虚构的上海本土宠物零食工作室。主理人因捡到一只流浪橘猫，看不下去宠物店货架上的“化学课本式配料表”，于是回到厨房自己做起零食。</a:t>
            </a:r>
            <a:endParaRPr lang="en-US" sz="15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整站围绕“少即是多”的克制美学展开，用暖色调与衬线字体营造手作厨房的温度感。商品与评价数据均为 Mock，项目仅供学习与原型展示。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040880" y="19202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69480" y="2221992"/>
            <a:ext cx="640080" cy="640080"/>
          </a:xfrm>
          <a:prstGeom prst="ellipse">
            <a:avLst/>
          </a:prstGeom>
          <a:solidFill>
            <a:srgbClr val="5C44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33172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21214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单一原料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92440" y="2578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看得到的配料，没有看不懂的添加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40880" y="33375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69480" y="3639312"/>
            <a:ext cx="640080" cy="640080"/>
          </a:xfrm>
          <a:prstGeom prst="ellipse">
            <a:avLst/>
          </a:prstGeom>
          <a:solidFill>
            <a:srgbClr val="5C443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3749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低温慢做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092440" y="3995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锁住营养，还原食材本味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040880" y="475488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9480" y="5056632"/>
            <a:ext cx="640080" cy="640080"/>
          </a:xfrm>
          <a:prstGeom prst="ellipse">
            <a:avLst/>
          </a:prstGeom>
          <a:solidFill>
            <a:srgbClr val="5C443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516636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4956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透明溯源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92440" y="5413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每道工序可查，配方克制安心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系统架构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三端协同的单体架构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5C4434"/>
          </a:solidFill>
          <a:ln w="15875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423160"/>
            <a:ext cx="1005840" cy="100584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04" y="2615184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前端商城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 SPA · 编辑式设计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 rot="5400000">
            <a:off x="4224528" y="3493008"/>
            <a:ext cx="365760" cy="329184"/>
          </a:xfrm>
          <a:prstGeom prst="rtTriangle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5C4434"/>
          </a:solidFill>
          <a:ln w="15875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423160"/>
            <a:ext cx="1005840" cy="100584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2615184"/>
            <a:ext cx="621792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后台管理系统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177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Ant Design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1772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006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管理员后台 · 数据看板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 rot="5400000">
            <a:off x="8019288" y="3493008"/>
            <a:ext cx="365760" cy="329184"/>
          </a:xfrm>
          <a:prstGeom prst="rtTriangle">
            <a:avLst/>
          </a:prstGeom>
          <a:solidFill>
            <a:srgbClr val="C9A227"/>
          </a:solidFill>
          <a:ln/>
        </p:spPr>
      </p:sp>
      <p:sp>
        <p:nvSpPr>
          <p:cNvPr id="20" name="Shape 16"/>
          <p:cNvSpPr/>
          <p:nvPr/>
        </p:nvSpPr>
        <p:spPr>
          <a:xfrm>
            <a:off x="841248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5C4434"/>
          </a:solidFill>
          <a:ln w="15875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601200" y="2423160"/>
            <a:ext cx="1005840" cy="100584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2615184"/>
            <a:ext cx="621792" cy="6217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 API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41248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41248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localhost:8544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5953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· H2 / MySQL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前端商城</a:t>
            </a:r>
            <a:pPr algn="ctr" indent="0" marL="0">
              <a:buNone/>
            </a:pPr>
            <a:r>
              <a:rPr lang="en-US" sz="13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使用 Mock 数据   </a:t>
            </a:r>
            <a:pPr algn="ctr" indent="0" marL="0">
              <a:buNone/>
            </a:pPr>
            <a:r>
              <a:rPr lang="en-US" sz="135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后台管理 / 前端商城</a:t>
            </a:r>
            <a:pPr algn="ctr" indent="0" marL="0">
              <a:buNone/>
            </a:pPr>
            <a:r>
              <a:rPr lang="en-US" sz="13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经 /api 代理 → </a:t>
            </a:r>
            <a:pPr algn="ctr" indent="0" marL="0">
              <a:buNone/>
            </a:pPr>
            <a:r>
              <a:rPr lang="en-US" sz="13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API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技术栈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三端技术选型一览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1338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EFE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能力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EFE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前端商城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EFE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后台管理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EFE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后端 API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框架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构建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/ Wrapper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语言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5.8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5.6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17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UI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 Design 5 + Tailwind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状态 / 请求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5 + React Query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认证 / 文档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Swagger 2.6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D269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数据 / 图表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/ MySQL + MyBatis-Plus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前端商城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用户端：叙事式购物体验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31720"/>
            <a:ext cx="640080" cy="64008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450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首页叙事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→ 系列导航 → 畅销 → 热销榜 → 品牌故事 → 溯源 → 评价 → 订阅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331720"/>
            <a:ext cx="640080" cy="64008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4505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全部商品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93776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按系列（犬用/猫用/功能型）筛选，按标签与价格排序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2331720"/>
            <a:ext cx="640080" cy="64008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4505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5548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商品详情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77824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原料组成 · 营养分析 · 喂食建议 · 用户评价 · 相关推荐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4251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4526280"/>
            <a:ext cx="640080" cy="64008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64515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526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月销量体系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09728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每张卡片展示“月销 1.8k”徽标，首页热销榜 TOP 5 可视化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663440" y="4251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37760" y="4526280"/>
            <a:ext cx="640080" cy="64008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464515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0" y="4526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品牌故事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93776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三章节叙事 + 品牌价值观，强化手作温度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503920" y="4251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78240" y="4526280"/>
            <a:ext cx="640080" cy="64008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464515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55480" y="4526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购物车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77824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全局状态，支持数量调整、删除与合计结算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后台管理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运营管理：六大核心模块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304288"/>
            <a:ext cx="658368" cy="658368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42316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仪表盘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订单量 / 销售额 / 商品数统计 + 趋势图表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0116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304288"/>
            <a:ext cx="658368" cy="658368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42316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商品管理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3776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增删改查、分类管理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503920" y="20116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0" y="2304288"/>
            <a:ext cx="658368" cy="658368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42316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订单管理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77824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分页列表 · 状态流转 PENDING→PAID→SHIPPED→COMPLETED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" y="409651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4389120"/>
            <a:ext cx="658368" cy="658368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507992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评价审核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097280" y="5148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评价列表 · 通过 / 驳回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663440" y="409651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937760" y="4389120"/>
            <a:ext cx="658368" cy="658368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4507992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6072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管理员管理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4937760" y="5148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账号管理 · 密码修改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503920" y="409651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778240" y="4389120"/>
            <a:ext cx="658368" cy="658368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4507992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60120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认证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8778240" y="5148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登录拦截 · 角色权限控制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后端 API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后端能力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19172"/>
            <a:ext cx="768096" cy="76809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6746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RESTful 接口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03120" y="2834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清晰分层，语义化资源路径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0" y="20116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03720" y="2519172"/>
            <a:ext cx="768096" cy="76809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6746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MyBatis-Plus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863840" y="2834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 Mapper，减少样板代码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11480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4622292"/>
            <a:ext cx="768096" cy="76809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7777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认证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103120" y="4937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 + 拦截器鉴权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83680" y="411480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4622292"/>
            <a:ext cx="768096" cy="76809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47777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6384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Security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863840" y="4937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安全配置与权限隔离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22960" y="6217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143000" y="6725412"/>
            <a:ext cx="768096" cy="76809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68808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03120" y="6537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Swagger / OpenAPI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2103120" y="7040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自动生成可交互 API 文档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583680" y="6217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03720" y="6725412"/>
            <a:ext cx="768096" cy="76809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68808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63840" y="6537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统一异常处理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7863840" y="7040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BizException + 全局拦截器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9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统一返回格式  R&lt;T&gt;(code / msg / data)   ·   统一分页  PageResult&lt;T&gt;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设计亮点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编辑式设计的温度感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品牌配色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5C4434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23774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D2691E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23774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7A8B6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字体系统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Fraunces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35440" y="2404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衬线展示体 · 标题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944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26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Mono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3544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等宽 mono · 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5112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35440" y="3538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手写体 · 点缀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297680"/>
            <a:ext cx="10515600" cy="2057400"/>
          </a:xfrm>
          <a:prstGeom prst="roundRect">
            <a:avLst>
              <a:gd name="adj" fmla="val 3556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57200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37360" y="4572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动效与素材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737360" y="5166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滚动渐入（whileInView）、阶梯延迟、Hero 标题分行动画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商品与场景图采用 picsum.photos 固定 seed，稳定可复现且免鉴权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 tokens：自定义颜色 / 字体族 / 响应式字号，集中在 Tailwind 与 index.css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工程化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一键启动 &amp; 构建体系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150F"/>
          </a:solidFill>
          <a:ln w="12700">
            <a:solidFill>
              <a:srgbClr val="5C44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start-all.sh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./start-all.sh            # 默认启动（后台）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3502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./start-all.sh start      # 启动全部服务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40325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./start-all.sh stop       # 停止全部服务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45628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./start-all.sh restart    # 重启全部服务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5093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./start-all.sh status     # 查看运行状态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自动完成：环境检查 → 端口检测 → 安装依赖 → 编译 → 后台启动，日志落盘 /tmp/pet-treats-logs/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20116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48272" y="2267712"/>
            <a:ext cx="603504" cy="603504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7744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48272" y="2926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后台运行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8272" y="3310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 启动，终端立即返回不阻塞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372600" y="20116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28632" y="2267712"/>
            <a:ext cx="603504" cy="603504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3774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28632" y="29260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Maven Wrapper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628632" y="3310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./mvnw 编译，免装 Maven，跨环境一致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92240" y="41605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48272" y="4416552"/>
            <a:ext cx="603504" cy="603504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52628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48272" y="5074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精准停止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748272" y="54589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文件 + 端口双重清理，避免残留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372600" y="41605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5C4434"/>
          </a:solidFill>
          <a:ln w="12700">
            <a:solidFill>
              <a:srgbClr val="D269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628632" y="4416552"/>
            <a:ext cx="603504" cy="603504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452628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28632" y="5074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 Profile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9628632" y="54589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dev-h2（H2 内存）/ dev（MySQL）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部署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上线方案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5394960" cy="128016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514600"/>
            <a:ext cx="777240" cy="777240"/>
          </a:xfrm>
          <a:prstGeom prst="ellipse">
            <a:avLst/>
          </a:prstGeom>
          <a:solidFill>
            <a:srgbClr val="7A8B6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670048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514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前端（静态）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34440" y="3566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Netlify 连接仓库，构建 npm run build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Caddy 托管 dist/，配置 SPA fallback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0" y="21031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BF7EF"/>
          </a:solidFill>
          <a:ln w="12700">
            <a:solidFill>
              <a:srgbClr val="E7DC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103120"/>
            <a:ext cx="5394960" cy="12801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3" name="Shape 10"/>
          <p:cNvSpPr/>
          <p:nvPr/>
        </p:nvSpPr>
        <p:spPr>
          <a:xfrm>
            <a:off x="7040880" y="2514600"/>
            <a:ext cx="777240" cy="777240"/>
          </a:xfrm>
          <a:prstGeom prst="ellipse">
            <a:avLst/>
          </a:prstGeom>
          <a:solidFill>
            <a:srgbClr val="D2691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670048"/>
            <a:ext cx="466344" cy="4663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2514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后端（JAR）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086600" y="3566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./mvnw package 打包为可执行 JAR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启动，建议配合 MySQL 生产库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提示：前端商城默认使用 Mock 数据，可独立部署；接入真实数据需配置后端 API 地址。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840480" cy="3840480"/>
          </a:xfrm>
          <a:prstGeom prst="ellipse">
            <a:avLst/>
          </a:prstGeom>
          <a:solidFill>
            <a:srgbClr val="D2691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474720" cy="3474720"/>
          </a:xfrm>
          <a:prstGeom prst="ellipse">
            <a:avLst/>
          </a:prstGeom>
          <a:solidFill>
            <a:srgbClr val="C9A227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5544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毛茸手作 · 用克制配方，做有温度的宠物零食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项目仓库：Pet-treats</a:t>
            </a:r>
            <a:pPr algn="ctr"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后台登录：admin / admin123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毛茸手作 · 宠物零食售卖平台</dc:title>
  <dc:subject>PptxGenJS Presentation</dc:subject>
  <dc:creator>毛茸手作</dc:creator>
  <cp:lastModifiedBy>毛茸手作</cp:lastModifiedBy>
  <cp:revision>1</cp:revision>
  <dcterms:created xsi:type="dcterms:W3CDTF">2026-07-24T10:20:30Z</dcterms:created>
  <dcterms:modified xsi:type="dcterms:W3CDTF">2026-07-24T10:20:30Z</dcterms:modified>
</cp:coreProperties>
</file>